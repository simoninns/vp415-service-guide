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>
      <p:cViewPr varScale="1">
        <p:scale>
          <a:sx n="162" d="100"/>
          <a:sy n="162" d="100"/>
        </p:scale>
        <p:origin x="9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96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8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61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927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56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29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0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67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8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987C1-4814-43E6-910F-8B7B203E254A}" type="datetimeFigureOut">
              <a:rPr lang="en-GB" smtClean="0"/>
              <a:t>12/02/2018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221E-CEC0-481D-AC13-09C1E263D5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3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6530ED-96D8-444C-8202-B2B1A5C9B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25" y="0"/>
            <a:ext cx="715875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41EF1-6385-4E40-899E-95DF85BB9C39}"/>
              </a:ext>
            </a:extLst>
          </p:cNvPr>
          <p:cNvSpPr txBox="1"/>
          <p:nvPr/>
        </p:nvSpPr>
        <p:spPr>
          <a:xfrm rot="16200000">
            <a:off x="812653" y="4452043"/>
            <a:ext cx="1084198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A - Audio Processor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2EC45-FA07-4320-BA8A-60FB2605B90A}"/>
              </a:ext>
            </a:extLst>
          </p:cNvPr>
          <p:cNvSpPr txBox="1"/>
          <p:nvPr/>
        </p:nvSpPr>
        <p:spPr>
          <a:xfrm rot="16200000">
            <a:off x="1629295" y="4355482"/>
            <a:ext cx="459027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B - RGB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0678EC-97CF-4A46-9CA8-4605A72B0AD1}"/>
              </a:ext>
            </a:extLst>
          </p:cNvPr>
          <p:cNvSpPr txBox="1"/>
          <p:nvPr/>
        </p:nvSpPr>
        <p:spPr>
          <a:xfrm rot="16200000">
            <a:off x="1668735" y="3307931"/>
            <a:ext cx="1100229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C – Video Processor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BAAD1-B46E-4729-8335-BA643C22B8DA}"/>
              </a:ext>
            </a:extLst>
          </p:cNvPr>
          <p:cNvSpPr txBox="1"/>
          <p:nvPr/>
        </p:nvSpPr>
        <p:spPr>
          <a:xfrm rot="16200000">
            <a:off x="1983890" y="5369038"/>
            <a:ext cx="1189997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D – Reference 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817537-7B07-4EC6-A39B-7944EE3A2690}"/>
              </a:ext>
            </a:extLst>
          </p:cNvPr>
          <p:cNvSpPr txBox="1"/>
          <p:nvPr/>
        </p:nvSpPr>
        <p:spPr>
          <a:xfrm rot="16200000">
            <a:off x="4916816" y="4020288"/>
            <a:ext cx="508720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J - Focus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C8768-3521-45F5-862B-29A8F4F5A2AB}"/>
              </a:ext>
            </a:extLst>
          </p:cNvPr>
          <p:cNvSpPr txBox="1"/>
          <p:nvPr/>
        </p:nvSpPr>
        <p:spPr>
          <a:xfrm rot="16200000">
            <a:off x="5278079" y="2290874"/>
            <a:ext cx="938325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K – HF Processor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8C083-7FC6-4385-82D3-5206FBD0F487}"/>
              </a:ext>
            </a:extLst>
          </p:cNvPr>
          <p:cNvSpPr txBox="1"/>
          <p:nvPr/>
        </p:nvSpPr>
        <p:spPr>
          <a:xfrm rot="16200000">
            <a:off x="5560626" y="3592502"/>
            <a:ext cx="805276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L – Video D.O.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FE14DD-B1D4-4CE2-AF0A-AB139D27E782}"/>
              </a:ext>
            </a:extLst>
          </p:cNvPr>
          <p:cNvSpPr txBox="1"/>
          <p:nvPr/>
        </p:nvSpPr>
        <p:spPr>
          <a:xfrm rot="16200000">
            <a:off x="6098472" y="3486704"/>
            <a:ext cx="593680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M - Radial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0121F-D2B4-44B4-9221-98B151A8E749}"/>
              </a:ext>
            </a:extLst>
          </p:cNvPr>
          <p:cNvSpPr txBox="1"/>
          <p:nvPr/>
        </p:nvSpPr>
        <p:spPr>
          <a:xfrm rot="16200000">
            <a:off x="6146054" y="2503018"/>
            <a:ext cx="1074580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R – Drive Processor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50DF2-3A53-4917-BC57-33CF72114A8C}"/>
              </a:ext>
            </a:extLst>
          </p:cNvPr>
          <p:cNvSpPr txBox="1"/>
          <p:nvPr/>
        </p:nvSpPr>
        <p:spPr>
          <a:xfrm rot="16200000">
            <a:off x="6735323" y="3353909"/>
            <a:ext cx="616122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S - Control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6B377-5829-4559-AB2A-EA6862F41C6D}"/>
              </a:ext>
            </a:extLst>
          </p:cNvPr>
          <p:cNvSpPr txBox="1"/>
          <p:nvPr/>
        </p:nvSpPr>
        <p:spPr>
          <a:xfrm rot="16200000">
            <a:off x="7329822" y="1319250"/>
            <a:ext cx="579252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T - Supply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90DC04-3044-46FB-8138-27492E9474C3}"/>
              </a:ext>
            </a:extLst>
          </p:cNvPr>
          <p:cNvSpPr txBox="1"/>
          <p:nvPr/>
        </p:nvSpPr>
        <p:spPr>
          <a:xfrm>
            <a:off x="4644008" y="6165304"/>
            <a:ext cx="588870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I – ETBC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9A142F-DE20-4A44-B037-83E5EF6F1B78}"/>
              </a:ext>
            </a:extLst>
          </p:cNvPr>
          <p:cNvSpPr txBox="1"/>
          <p:nvPr/>
        </p:nvSpPr>
        <p:spPr>
          <a:xfrm>
            <a:off x="5076056" y="5805264"/>
            <a:ext cx="638564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H – ETBC 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C6AEA-1848-4BC7-8C6F-0DC28E81052F}"/>
              </a:ext>
            </a:extLst>
          </p:cNvPr>
          <p:cNvSpPr txBox="1"/>
          <p:nvPr/>
        </p:nvSpPr>
        <p:spPr>
          <a:xfrm>
            <a:off x="4572000" y="5517232"/>
            <a:ext cx="669020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G - Genlock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3C077-ED20-42F5-8568-B5A643CCEE98}"/>
              </a:ext>
            </a:extLst>
          </p:cNvPr>
          <p:cNvSpPr txBox="1"/>
          <p:nvPr/>
        </p:nvSpPr>
        <p:spPr>
          <a:xfrm>
            <a:off x="5004048" y="5013176"/>
            <a:ext cx="1239689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F – Motor &amp; Sequence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72D503-A3FF-4F3F-B02F-D4D28947A842}"/>
              </a:ext>
            </a:extLst>
          </p:cNvPr>
          <p:cNvSpPr txBox="1"/>
          <p:nvPr/>
        </p:nvSpPr>
        <p:spPr>
          <a:xfrm>
            <a:off x="3563888" y="4725144"/>
            <a:ext cx="808482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E – Slide Drive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0BAAAB-2930-4FC9-B7BA-BAF6C6C85828}"/>
              </a:ext>
            </a:extLst>
          </p:cNvPr>
          <p:cNvSpPr txBox="1"/>
          <p:nvPr/>
        </p:nvSpPr>
        <p:spPr>
          <a:xfrm>
            <a:off x="3419872" y="2636912"/>
            <a:ext cx="1103435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Z – Deck Electronics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6D119-E710-4C11-99F8-9487FF08C912}"/>
              </a:ext>
            </a:extLst>
          </p:cNvPr>
          <p:cNvSpPr txBox="1"/>
          <p:nvPr/>
        </p:nvSpPr>
        <p:spPr>
          <a:xfrm>
            <a:off x="2051720" y="1916832"/>
            <a:ext cx="830924" cy="190240"/>
          </a:xfrm>
          <a:prstGeom prst="rect">
            <a:avLst/>
          </a:prstGeom>
          <a:solidFill>
            <a:schemeClr val="bg1">
              <a:alpha val="54000"/>
            </a:schemeClr>
          </a:solidFill>
        </p:spPr>
        <p:txBody>
          <a:bodyPr wrap="none" lIns="36000" tIns="18000" rIns="36000" bIns="18000" rtlCol="0" anchor="ctr" anchorCtr="0">
            <a:spAutoFit/>
          </a:bodyPr>
          <a:lstStyle/>
          <a:p>
            <a:r>
              <a:rPr lang="en-GB" sz="1000" dirty="0"/>
              <a:t>U – Analog I/O</a:t>
            </a:r>
          </a:p>
        </p:txBody>
      </p:sp>
    </p:spTree>
    <p:extLst>
      <p:ext uri="{BB962C8B-B14F-4D97-AF65-F5344CB8AC3E}">
        <p14:creationId xmlns:p14="http://schemas.microsoft.com/office/powerpoint/2010/main" val="275948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72</Words>
  <Application>Microsoft Office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Inns</dc:creator>
  <cp:lastModifiedBy>Simon Inns</cp:lastModifiedBy>
  <cp:revision>2</cp:revision>
  <dcterms:created xsi:type="dcterms:W3CDTF">2018-02-12T17:49:28Z</dcterms:created>
  <dcterms:modified xsi:type="dcterms:W3CDTF">2018-02-12T18:17:27Z</dcterms:modified>
</cp:coreProperties>
</file>