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>
      <p:cViewPr varScale="1">
        <p:scale>
          <a:sx n="161" d="100"/>
          <a:sy n="161" d="100"/>
        </p:scale>
        <p:origin x="150" y="2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36138-66CA-4AF9-8BEF-035836D239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ADEF93-83DB-4840-8615-E011D79A4B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9A8C47-FD08-4744-918B-85F897B51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2B0AE-E303-47F5-8745-59787B6FC2DD}" type="datetimeFigureOut">
              <a:rPr lang="en-GB" smtClean="0"/>
              <a:t>29/08/2017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331B3C-651B-4E26-9D44-C5BEA57C2C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838367-FD61-49E2-9AFA-C6B74B917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440EA-D48C-4F97-846B-ACA1F4382F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6781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11158-6EE7-4F5C-84D7-355710C19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E5DC95-E461-469F-9FB0-3602081068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62AC8A-81C8-48C8-AFB6-6AD6D6130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2B0AE-E303-47F5-8745-59787B6FC2DD}" type="datetimeFigureOut">
              <a:rPr lang="en-GB" smtClean="0"/>
              <a:t>29/08/2017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8C0CD9-0E6A-411D-BB50-E59BA4E99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504279-0185-4BC2-883D-9A585062E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440EA-D48C-4F97-846B-ACA1F4382F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09512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0DA92-EFF7-4D01-9D4B-8AC9E7C7B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DDD804-EFB5-4860-904A-F34118E93E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CBED81-F15B-4AF9-BFC8-C0909E7F7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2B0AE-E303-47F5-8745-59787B6FC2DD}" type="datetimeFigureOut">
              <a:rPr lang="en-GB" smtClean="0"/>
              <a:t>29/08/2017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2D07B6-2619-4BAB-AF10-1C82E5CCF8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7B7FCE-0C75-498B-BC91-94BE8E6D6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440EA-D48C-4F97-846B-ACA1F4382F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0904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A8910-2C33-4616-8255-45E33DB3A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60C647-E1E1-4EE9-81B0-BCA3A9BD7E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F7D482-3233-48F7-BE6B-3AA61D9F40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8924D2-595F-47E9-A6F9-59272B893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2B0AE-E303-47F5-8745-59787B6FC2DD}" type="datetimeFigureOut">
              <a:rPr lang="en-GB" smtClean="0"/>
              <a:t>29/08/2017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3C9A69-45B7-4028-AD1A-A6040DD901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0CEFED-650C-4567-AAEB-25FA68B4A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440EA-D48C-4F97-846B-ACA1F4382F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63671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EED3B-28C2-4F1C-96CB-F9CB547FA9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7AB39D-8851-45F4-B726-52B485A7A7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1116E2-53DA-46DB-B538-78B699C1AF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0319D5-728D-41BA-9BDA-68D1347A57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E2FBC0-8B5F-4CE5-B3D6-D35E8B13CD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FAF42FB-F1D6-4136-B790-EA37821E2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2B0AE-E303-47F5-8745-59787B6FC2DD}" type="datetimeFigureOut">
              <a:rPr lang="en-GB" smtClean="0"/>
              <a:t>29/08/2017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D6D188F-9A31-4E9C-8E58-9E56291CF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50C871A-CD47-4508-AD18-802DD2A6B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440EA-D48C-4F97-846B-ACA1F4382F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76079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8051C-19A0-4A93-BBA2-939707FFE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F76157-BD5D-491D-9B67-1040F8F31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2B0AE-E303-47F5-8745-59787B6FC2DD}" type="datetimeFigureOut">
              <a:rPr lang="en-GB" smtClean="0"/>
              <a:t>29/08/2017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2CF8EE-DC2C-4B3D-A48C-2B3E09BA3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7A13FB-1EF0-47A6-828E-33724442A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440EA-D48C-4F97-846B-ACA1F4382F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4069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9A52F2-41BA-43BE-B23E-09476382B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2B0AE-E303-47F5-8745-59787B6FC2DD}" type="datetimeFigureOut">
              <a:rPr lang="en-GB" smtClean="0"/>
              <a:t>29/08/2017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9AACCC-B8EE-4CBD-8604-EA15C7A8F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76CBAE-72A9-43A9-A454-FBA9798E6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440EA-D48C-4F97-846B-ACA1F4382F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6303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D5FC4-9A1A-411A-96D9-C045EC53D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DC2C30-B906-40CC-A494-DBB5F288F1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8DA58D-37C9-4FE3-9AAC-33949BF7C4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ECD7A3-F068-4DC7-BF61-778E96927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2B0AE-E303-47F5-8745-59787B6FC2DD}" type="datetimeFigureOut">
              <a:rPr lang="en-GB" smtClean="0"/>
              <a:t>29/08/2017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FFA0DF-7E95-4779-AA56-19319BF224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719581-EF27-4F60-B1B6-2FE4151A4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440EA-D48C-4F97-846B-ACA1F4382F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7681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C809F-9282-4E2C-9AEC-8F23E94B6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55D346D-1723-4583-8C5A-C13A16795C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F43556-2B60-44FA-9FE1-D929908EEC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600402-5558-487C-BFF6-C083C343D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2B0AE-E303-47F5-8745-59787B6FC2DD}" type="datetimeFigureOut">
              <a:rPr lang="en-GB" smtClean="0"/>
              <a:t>29/08/2017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249D4F-D6F3-4528-8101-1E4F7B2DB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47F356-A5D4-4ABC-A3DE-70AEB68FA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440EA-D48C-4F97-846B-ACA1F4382F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51407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7DD33-37D9-4957-921D-A0D9D2089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A327D8-8387-427D-928B-2074E2694B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8E8D92-9737-4E55-8EC7-CA33802AA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2B0AE-E303-47F5-8745-59787B6FC2DD}" type="datetimeFigureOut">
              <a:rPr lang="en-GB" smtClean="0"/>
              <a:t>29/08/2017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B5C427-767A-4F20-AC12-1B7531914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38B717-8978-4C38-BD6B-96A521DA3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440EA-D48C-4F97-846B-ACA1F4382F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1258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A85F3F-CE15-40BB-B46E-AE1C731387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E28470-C644-4D6F-BDA8-DFB8821118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985C8C-6491-406C-A9F4-B01BCE995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2B0AE-E303-47F5-8745-59787B6FC2DD}" type="datetimeFigureOut">
              <a:rPr lang="en-GB" smtClean="0"/>
              <a:t>29/08/2017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9C48CB-134F-4E33-A4A3-EC978BAA5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07A7E0-2881-4645-8D20-A06848924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440EA-D48C-4F97-846B-ACA1F4382F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2567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142F377-3088-481E-8C82-8245BBCF7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32C857-17AE-4A6A-AE85-BB191990F7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6FD31B-D263-4A32-B3B8-9901578C99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52B0AE-E303-47F5-8745-59787B6FC2DD}" type="datetimeFigureOut">
              <a:rPr lang="en-GB" smtClean="0"/>
              <a:t>29/08/2017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4D5E5F-E2A6-4917-BD9E-F47EC0AEA4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6D6DD4-3386-443D-A12D-3F8107618E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E440EA-D48C-4F97-846B-ACA1F4382F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0969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76F3293-DC84-4D44-B2E5-974881379C66}"/>
              </a:ext>
            </a:extLst>
          </p:cNvPr>
          <p:cNvSpPr/>
          <p:nvPr/>
        </p:nvSpPr>
        <p:spPr>
          <a:xfrm>
            <a:off x="119336" y="620688"/>
            <a:ext cx="2592288" cy="2448272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245EDB2-9BE3-42A4-A8AB-82E3F27EE606}"/>
              </a:ext>
            </a:extLst>
          </p:cNvPr>
          <p:cNvSpPr/>
          <p:nvPr/>
        </p:nvSpPr>
        <p:spPr>
          <a:xfrm>
            <a:off x="191344" y="692696"/>
            <a:ext cx="2448272" cy="2304256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F53D8F5-5AA2-4621-9FD2-62CA69817976}"/>
              </a:ext>
            </a:extLst>
          </p:cNvPr>
          <p:cNvSpPr/>
          <p:nvPr/>
        </p:nvSpPr>
        <p:spPr>
          <a:xfrm>
            <a:off x="263352" y="3107776"/>
            <a:ext cx="576064" cy="504056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1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4CE5280-855B-45FA-8714-ABD75513B461}"/>
              </a:ext>
            </a:extLst>
          </p:cNvPr>
          <p:cNvSpPr/>
          <p:nvPr/>
        </p:nvSpPr>
        <p:spPr>
          <a:xfrm>
            <a:off x="1991544" y="3107776"/>
            <a:ext cx="576064" cy="504056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2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665BBC3-49BB-4C90-AEA7-3DB3E7D88204}"/>
              </a:ext>
            </a:extLst>
          </p:cNvPr>
          <p:cNvSpPr/>
          <p:nvPr/>
        </p:nvSpPr>
        <p:spPr>
          <a:xfrm>
            <a:off x="1127448" y="77816"/>
            <a:ext cx="576064" cy="504056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3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CF08BB5-16E0-446C-9113-C5933AE945A0}"/>
              </a:ext>
            </a:extLst>
          </p:cNvPr>
          <p:cNvSpPr/>
          <p:nvPr/>
        </p:nvSpPr>
        <p:spPr>
          <a:xfrm rot="18653683">
            <a:off x="623392" y="1772816"/>
            <a:ext cx="1584176" cy="144016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582694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Simon Inns</dc:creator>
  <cp:lastModifiedBy>Simon Inns</cp:lastModifiedBy>
  <cp:revision>1</cp:revision>
  <dcterms:created xsi:type="dcterms:W3CDTF">2017-08-29T18:11:40Z</dcterms:created>
  <dcterms:modified xsi:type="dcterms:W3CDTF">2017-08-29T18:11:59Z</dcterms:modified>
</cp:coreProperties>
</file>