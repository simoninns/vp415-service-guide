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3DD0-0CF1-48AC-8CAA-E9F15574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412EE-1481-42B1-8533-7E810116B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773D-8F50-44E1-85B2-91EA07ED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8DEE-F790-4E45-BA68-EC39378A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959DA-B595-47F9-8E73-365A9AB6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9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8FF8-2E1F-404A-A9F5-5507D6F9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610E-C0D6-48FC-8806-18755E16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7A5E6-603B-478F-A319-E88A7643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5231F-25D6-404E-A6E0-899A92FF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B2C22-C5BE-4B19-B7F7-31A79F4D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2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0E7F-F51B-44A3-B880-966E604BD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CC76F-8CC0-4EDA-938C-B9EE9ABF7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DD3D1-D78A-4407-8110-987F26A4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55188-ED4F-4FB5-A5DC-4529F001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5FC58-9B75-4304-A852-EFBA8440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44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8DA-0142-4E27-9BAF-3399404A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544E-376E-4183-BCD8-1723EA0CE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3794B-8C21-4FD4-B14B-2A5E5461C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2BAAD-F02C-4A64-9741-0FB99031C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18772-C407-4101-B65F-4A8ED92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ACD0E-989C-49EB-B0D7-904D1670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13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487C-279D-4A11-939A-C756AAA9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D683E-92B7-484C-A40C-B7FBFA1C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66401-514E-4727-BFA1-599902BC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0B48A-B551-455F-914D-F98C4EF59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DD5C0-F242-42B0-A098-EBB65829E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16562-3CEC-4978-97E9-E1264698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63576-A4BC-4DAD-AF1E-B84C47DB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7DEE3-DC7A-4A21-A710-00FBD8DB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28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EEE6-0855-41AE-9C46-49411232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313DF-9B24-4873-8FAC-05FD287A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1BD54-1497-4F4D-A711-7A338561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78552-F456-4D9A-8B7B-4880D2AF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04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D807F-83FE-4974-9D9E-D5609B59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85A60-DC8B-49A1-80BE-E3EBB6C8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B863E-90D2-4DF7-8229-8C1B271E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57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0857-F4F8-4F35-A19D-F58A871F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4A3C2-76E0-4824-B830-73800C2AF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38A69-7499-4EC4-851C-D04BC571D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4F277-DDF5-46A1-A731-F9EF6D49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94671-3212-43F6-BC46-AC73664C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C89C9-5986-4597-AB8E-BE5EEBDE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81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98BC-9714-4FBC-8DD3-D89FA38D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1184D-CF9A-41AF-AF44-6FF2D803E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A02A-450B-47D3-9B40-422531096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CF669-590F-4D0C-9600-80F8E8B8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4D116-8CDF-4231-A4F3-20E27F95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A3EB3-3F55-4CB5-84E1-C38B41F3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34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33DC-E8E1-48CA-9BA8-BB221A4E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D6CD-D928-490E-9E8B-B3BB2314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B6494-CC07-4E43-9614-EE08C6F1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6A6DA-B23A-4A32-B473-7B4FA4E1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B1C76-58A3-4150-B13F-3B45D863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30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C122B-6ABD-45FB-B7DB-45E3BE90F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78011-9169-4478-8255-2DF88EC70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ABEAE-2B36-4311-96C5-33DC25A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18EF-9BD2-40D5-8EAB-B00919DB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9E8B8-359B-4B7C-840C-060E8C3A1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85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C3BB6-1C27-4608-9C4D-A715C0ED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89C8F-164F-43D8-9690-A8FE7E6C4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609A5-7DC1-4F2F-8E03-5D3F799C4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A79CA-A859-4D46-BACD-F7EAFE91161A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D072-BCFD-4020-94CB-AC4A2C4D7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6B025-3236-4400-B7D3-B7DA510C9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FB8FC-2D45-4C6C-A0C3-F510D5B93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60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F0F2ED-55FD-4FD9-BBCA-A1D7F0F4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735860" y="1038185"/>
            <a:ext cx="6427850" cy="4820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626594-F1A9-4227-BBD5-DA15268A295C}"/>
              </a:ext>
            </a:extLst>
          </p:cNvPr>
          <p:cNvSpPr txBox="1"/>
          <p:nvPr/>
        </p:nvSpPr>
        <p:spPr>
          <a:xfrm>
            <a:off x="4555232" y="2701637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highlight>
                  <a:srgbClr val="FFFF00"/>
                </a:highlight>
              </a:rPr>
              <a:t>3040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HF Amplitude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33E48-3D8D-4D1C-B7D2-80202348EA95}"/>
              </a:ext>
            </a:extLst>
          </p:cNvPr>
          <p:cNvSpPr txBox="1"/>
          <p:nvPr/>
        </p:nvSpPr>
        <p:spPr>
          <a:xfrm>
            <a:off x="6034952" y="2309014"/>
            <a:ext cx="1056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highlight>
                  <a:srgbClr val="FFFF00"/>
                </a:highlight>
              </a:rPr>
              <a:t>3058</a:t>
            </a:r>
          </a:p>
          <a:p>
            <a:pPr algn="ctr"/>
            <a:r>
              <a:rPr lang="en-GB" sz="1200" dirty="0" err="1">
                <a:highlight>
                  <a:srgbClr val="FFFF00"/>
                </a:highlight>
              </a:rPr>
              <a:t>Foc</a:t>
            </a:r>
            <a:r>
              <a:rPr lang="en-GB" sz="1200" dirty="0">
                <a:highlight>
                  <a:srgbClr val="FFFF00"/>
                </a:highlight>
              </a:rPr>
              <a:t>/Rad Ratio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74AE45-47FF-495C-9D5E-9BABFEE166D6}"/>
              </a:ext>
            </a:extLst>
          </p:cNvPr>
          <p:cNvSpPr txBox="1"/>
          <p:nvPr/>
        </p:nvSpPr>
        <p:spPr>
          <a:xfrm>
            <a:off x="5580744" y="5044297"/>
            <a:ext cx="797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highlight>
                  <a:srgbClr val="FFFF00"/>
                </a:highlight>
              </a:rPr>
              <a:t>3088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Tilt Offset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12E21-AFE7-4A96-A37A-B4E564CD67E7}"/>
              </a:ext>
            </a:extLst>
          </p:cNvPr>
          <p:cNvSpPr txBox="1"/>
          <p:nvPr/>
        </p:nvSpPr>
        <p:spPr>
          <a:xfrm>
            <a:off x="5243953" y="3997289"/>
            <a:ext cx="673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highlight>
                  <a:srgbClr val="FFFF00"/>
                </a:highlight>
              </a:rPr>
              <a:t>3076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Radial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F4D76-07A8-4D74-B01D-B37E98AF37A7}"/>
              </a:ext>
            </a:extLst>
          </p:cNvPr>
          <p:cNvSpPr txBox="1"/>
          <p:nvPr/>
        </p:nvSpPr>
        <p:spPr>
          <a:xfrm>
            <a:off x="6119584" y="4003226"/>
            <a:ext cx="541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highlight>
                  <a:srgbClr val="FFFF00"/>
                </a:highlight>
              </a:rPr>
              <a:t>3066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Focus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Gain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70B80-8807-412B-AEBE-792B1E839091}"/>
              </a:ext>
            </a:extLst>
          </p:cNvPr>
          <p:cNvSpPr txBox="1"/>
          <p:nvPr/>
        </p:nvSpPr>
        <p:spPr>
          <a:xfrm>
            <a:off x="5578884" y="330600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highlight>
                  <a:srgbClr val="FFFF00"/>
                </a:highlight>
              </a:rPr>
              <a:t>3079</a:t>
            </a:r>
          </a:p>
          <a:p>
            <a:pPr algn="ctr"/>
            <a:r>
              <a:rPr lang="en-GB" sz="1200" dirty="0">
                <a:highlight>
                  <a:srgbClr val="FFFF00"/>
                </a:highlight>
              </a:rPr>
              <a:t>Radial Gain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3B9D6B-CD54-4FB1-B6B9-13536E467437}"/>
              </a:ext>
            </a:extLst>
          </p:cNvPr>
          <p:cNvSpPr/>
          <p:nvPr/>
        </p:nvSpPr>
        <p:spPr>
          <a:xfrm>
            <a:off x="5498276" y="3770414"/>
            <a:ext cx="184895" cy="179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82969A-0B3C-42FC-96CA-BDC654E12B63}"/>
              </a:ext>
            </a:extLst>
          </p:cNvPr>
          <p:cNvSpPr/>
          <p:nvPr/>
        </p:nvSpPr>
        <p:spPr>
          <a:xfrm>
            <a:off x="5929745" y="3786244"/>
            <a:ext cx="184895" cy="179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020B0A-B63A-4012-9E4F-1456F617E234}"/>
              </a:ext>
            </a:extLst>
          </p:cNvPr>
          <p:cNvSpPr/>
          <p:nvPr/>
        </p:nvSpPr>
        <p:spPr>
          <a:xfrm>
            <a:off x="6301838" y="3784263"/>
            <a:ext cx="184895" cy="179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44D922-B321-4A3B-BF01-453089BA5619}"/>
              </a:ext>
            </a:extLst>
          </p:cNvPr>
          <p:cNvSpPr/>
          <p:nvPr/>
        </p:nvSpPr>
        <p:spPr>
          <a:xfrm>
            <a:off x="6483925" y="2761001"/>
            <a:ext cx="184895" cy="179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DF1760-6999-4CBC-9247-871043E5BE02}"/>
              </a:ext>
            </a:extLst>
          </p:cNvPr>
          <p:cNvSpPr/>
          <p:nvPr/>
        </p:nvSpPr>
        <p:spPr>
          <a:xfrm>
            <a:off x="4979708" y="2527448"/>
            <a:ext cx="184895" cy="179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4D8271-163F-4FDF-B2BC-16CCD10ABE6C}"/>
              </a:ext>
            </a:extLst>
          </p:cNvPr>
          <p:cNvSpPr/>
          <p:nvPr/>
        </p:nvSpPr>
        <p:spPr>
          <a:xfrm>
            <a:off x="5875151" y="4858988"/>
            <a:ext cx="184895" cy="179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801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Inns</dc:creator>
  <cp:lastModifiedBy>Simon Inns</cp:lastModifiedBy>
  <cp:revision>3</cp:revision>
  <dcterms:created xsi:type="dcterms:W3CDTF">2017-08-21T19:14:54Z</dcterms:created>
  <dcterms:modified xsi:type="dcterms:W3CDTF">2017-08-22T04:34:59Z</dcterms:modified>
</cp:coreProperties>
</file>