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6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3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5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74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0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22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0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38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97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44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00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67F59-8FDD-4738-AB9B-EB5695006ACF}" type="datetimeFigureOut">
              <a:rPr lang="en-GB" smtClean="0"/>
              <a:t>15/04/2017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A9A14-BE7F-417B-8DFF-9C9AE468B2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55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3346"/>
            <a:ext cx="9144000" cy="2197485"/>
          </a:xfrm>
          <a:prstGeom prst="rect">
            <a:avLst/>
          </a:prstGeom>
        </p:spPr>
      </p:pic>
      <p:sp>
        <p:nvSpPr>
          <p:cNvPr id="6" name="Arrow: Down 5"/>
          <p:cNvSpPr/>
          <p:nvPr/>
        </p:nvSpPr>
        <p:spPr>
          <a:xfrm>
            <a:off x="1441939" y="1881548"/>
            <a:ext cx="205154" cy="5158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218144" y="151221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3015</a:t>
            </a:r>
          </a:p>
        </p:txBody>
      </p:sp>
      <p:sp>
        <p:nvSpPr>
          <p:cNvPr id="8" name="Arrow: Down 7"/>
          <p:cNvSpPr/>
          <p:nvPr/>
        </p:nvSpPr>
        <p:spPr>
          <a:xfrm>
            <a:off x="2660321" y="1881548"/>
            <a:ext cx="205154" cy="5158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2436526" y="151221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3084</a:t>
            </a:r>
          </a:p>
        </p:txBody>
      </p:sp>
      <p:sp>
        <p:nvSpPr>
          <p:cNvPr id="10" name="Arrow: Down 9"/>
          <p:cNvSpPr/>
          <p:nvPr/>
        </p:nvSpPr>
        <p:spPr>
          <a:xfrm>
            <a:off x="3601101" y="1881548"/>
            <a:ext cx="205154" cy="5158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377306" y="151221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3082</a:t>
            </a:r>
          </a:p>
        </p:txBody>
      </p:sp>
      <p:sp>
        <p:nvSpPr>
          <p:cNvPr id="12" name="Arrow: Down 11"/>
          <p:cNvSpPr/>
          <p:nvPr/>
        </p:nvSpPr>
        <p:spPr>
          <a:xfrm>
            <a:off x="7971108" y="1881548"/>
            <a:ext cx="205154" cy="5158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7747313" y="151221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3045</a:t>
            </a:r>
          </a:p>
        </p:txBody>
      </p:sp>
      <p:sp>
        <p:nvSpPr>
          <p:cNvPr id="14" name="Arrow: Down 13"/>
          <p:cNvSpPr/>
          <p:nvPr/>
        </p:nvSpPr>
        <p:spPr>
          <a:xfrm>
            <a:off x="3130710" y="1283668"/>
            <a:ext cx="205154" cy="11136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2906915" y="91433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76046" y="4381200"/>
            <a:ext cx="398584" cy="269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4400" y="4381200"/>
            <a:ext cx="398584" cy="269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9108" y="4381200"/>
            <a:ext cx="398584" cy="2696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9164" y="402100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969" y="402100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8805" y="402100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Arrow: Down 21"/>
          <p:cNvSpPr/>
          <p:nvPr/>
        </p:nvSpPr>
        <p:spPr>
          <a:xfrm rot="10800000">
            <a:off x="3172152" y="3774825"/>
            <a:ext cx="205154" cy="14478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2948358" y="522262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5003</a:t>
            </a:r>
          </a:p>
        </p:txBody>
      </p:sp>
      <p:sp>
        <p:nvSpPr>
          <p:cNvPr id="24" name="Arrow: Down 23"/>
          <p:cNvSpPr/>
          <p:nvPr/>
        </p:nvSpPr>
        <p:spPr>
          <a:xfrm rot="10800000">
            <a:off x="3626375" y="3868609"/>
            <a:ext cx="205154" cy="17233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3402579" y="55919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5002</a:t>
            </a:r>
          </a:p>
        </p:txBody>
      </p:sp>
      <p:sp>
        <p:nvSpPr>
          <p:cNvPr id="26" name="Arrow: Down 25"/>
          <p:cNvSpPr/>
          <p:nvPr/>
        </p:nvSpPr>
        <p:spPr>
          <a:xfrm rot="10800000">
            <a:off x="3960529" y="3868608"/>
            <a:ext cx="205154" cy="21512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736733" y="601985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5004</a:t>
            </a:r>
          </a:p>
        </p:txBody>
      </p:sp>
      <p:sp>
        <p:nvSpPr>
          <p:cNvPr id="28" name="Arrow: Down 27"/>
          <p:cNvSpPr/>
          <p:nvPr/>
        </p:nvSpPr>
        <p:spPr>
          <a:xfrm rot="10800000">
            <a:off x="2549084" y="4079631"/>
            <a:ext cx="205154" cy="1512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2325288" y="55919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2015</a:t>
            </a:r>
          </a:p>
        </p:txBody>
      </p:sp>
      <p:sp>
        <p:nvSpPr>
          <p:cNvPr id="30" name="Arrow: Down 29"/>
          <p:cNvSpPr/>
          <p:nvPr/>
        </p:nvSpPr>
        <p:spPr>
          <a:xfrm>
            <a:off x="5624104" y="1881548"/>
            <a:ext cx="205154" cy="12426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5453067" y="151221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R89</a:t>
            </a:r>
          </a:p>
        </p:txBody>
      </p:sp>
      <p:sp>
        <p:nvSpPr>
          <p:cNvPr id="32" name="Arrow: Down 31"/>
          <p:cNvSpPr/>
          <p:nvPr/>
        </p:nvSpPr>
        <p:spPr>
          <a:xfrm>
            <a:off x="6370351" y="1881548"/>
            <a:ext cx="205154" cy="15585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6199314" y="151221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5288" y="313568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7201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9943" y="300487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7203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4663641" y="330926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7202</a:t>
            </a:r>
          </a:p>
        </p:txBody>
      </p:sp>
      <p:sp>
        <p:nvSpPr>
          <p:cNvPr id="37" name="Arrow: Down 36"/>
          <p:cNvSpPr/>
          <p:nvPr/>
        </p:nvSpPr>
        <p:spPr>
          <a:xfrm>
            <a:off x="2068712" y="1424345"/>
            <a:ext cx="205154" cy="12192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1724147" y="778014"/>
            <a:ext cx="894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Probe</a:t>
            </a:r>
          </a:p>
          <a:p>
            <a:pPr algn="ctr"/>
            <a:r>
              <a:rPr lang="en-GB" dirty="0"/>
              <a:t>Ground</a:t>
            </a:r>
          </a:p>
        </p:txBody>
      </p:sp>
      <p:sp>
        <p:nvSpPr>
          <p:cNvPr id="39" name="Arrow: Down 38"/>
          <p:cNvSpPr/>
          <p:nvPr/>
        </p:nvSpPr>
        <p:spPr>
          <a:xfrm rot="10800000">
            <a:off x="856805" y="3710299"/>
            <a:ext cx="205154" cy="1512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/>
          <p:cNvSpPr txBox="1"/>
          <p:nvPr/>
        </p:nvSpPr>
        <p:spPr>
          <a:xfrm>
            <a:off x="633009" y="522262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5007</a:t>
            </a:r>
          </a:p>
        </p:txBody>
      </p:sp>
    </p:spTree>
    <p:extLst>
      <p:ext uri="{BB962C8B-B14F-4D97-AF65-F5344CB8AC3E}">
        <p14:creationId xmlns:p14="http://schemas.microsoft.com/office/powerpoint/2010/main" val="53645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23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Inns</dc:creator>
  <cp:lastModifiedBy>Simon Inns</cp:lastModifiedBy>
  <cp:revision>5</cp:revision>
  <dcterms:created xsi:type="dcterms:W3CDTF">2017-04-15T05:44:37Z</dcterms:created>
  <dcterms:modified xsi:type="dcterms:W3CDTF">2017-04-15T16:25:14Z</dcterms:modified>
</cp:coreProperties>
</file>